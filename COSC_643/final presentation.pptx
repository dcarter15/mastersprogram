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81" r:id="rId5"/>
    <p:sldId id="284" r:id="rId6"/>
    <p:sldId id="280" r:id="rId7"/>
    <p:sldId id="279" r:id="rId8"/>
    <p:sldId id="265" r:id="rId9"/>
    <p:sldId id="293" r:id="rId10"/>
    <p:sldId id="28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79" autoAdjust="0"/>
  </p:normalViewPr>
  <p:slideViewPr>
    <p:cSldViewPr snapToGrid="0">
      <p:cViewPr varScale="1">
        <p:scale>
          <a:sx n="98" d="100"/>
          <a:sy n="98" d="100"/>
        </p:scale>
        <p:origin x="1074" y="348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23A35-1FA6-84F9-C9C9-8EFD760A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CDB01-A300-500A-E9FF-5021D5B21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90371-6E13-9BA6-3274-E7DFC0AA8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D689E-823E-FB48-22C9-BEE63C553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94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017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13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D50FF-E787-517A-59B5-D161AE488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526AA7-EDC2-1A4C-7EAD-5EC673309B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6878F8-6276-9769-393E-86268D483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A8233-75AF-7B83-3028-A32AA8672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09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bstract image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 dirty="0"/>
              <a:t>AI Traffic Accident Alert System</a:t>
            </a:r>
            <a:br>
              <a:rPr lang="en-US" dirty="0"/>
            </a:br>
            <a:r>
              <a:rPr lang="en-US" dirty="0"/>
              <a:t>COSC 643</a:t>
            </a:r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5C36-617B-795C-5A2B-325EA34F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D706-11EF-C258-EBD5-C4EEFEAA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2816" y="457200"/>
            <a:ext cx="4837176" cy="1993392"/>
          </a:xfrm>
          <a:noFill/>
        </p:spPr>
        <p:txBody>
          <a:bodyPr anchor="b">
            <a:noAutofit/>
          </a:bodyPr>
          <a:lstStyle/>
          <a:p>
            <a:r>
              <a:rPr lang="en-US" dirty="0"/>
              <a:t>AGENDA</a:t>
            </a:r>
          </a:p>
        </p:txBody>
      </p:sp>
      <p:pic>
        <p:nvPicPr>
          <p:cNvPr id="15" name="Picture Placeholder 14" descr="A group of people sitting around a table">
            <a:extLst>
              <a:ext uri="{FF2B5EF4-FFF2-40B4-BE49-F238E27FC236}">
                <a16:creationId xmlns:a16="http://schemas.microsoft.com/office/drawing/2014/main" id="{E4DF753A-3575-A0D9-5135-8A94308DC0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2"/>
          <a:stretch/>
        </p:blipFill>
        <p:spPr>
          <a:xfrm>
            <a:off x="-28882" y="0"/>
            <a:ext cx="6115050" cy="68580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EC4A8-49EE-CF82-CFDC-BA9308ED0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818" y="2752344"/>
            <a:ext cx="4837174" cy="3136392"/>
          </a:xfrm>
          <a:noFill/>
        </p:spPr>
        <p:txBody>
          <a:bodyPr anchor="t">
            <a:normAutofit fontScale="92500" lnSpcReduction="2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Demo of the application</a:t>
            </a:r>
          </a:p>
          <a:p>
            <a:r>
              <a:rPr lang="en-US" dirty="0"/>
              <a:t>Ethical Framework</a:t>
            </a:r>
          </a:p>
          <a:p>
            <a:r>
              <a:rPr lang="en-US" dirty="0"/>
              <a:t>Ethical Development</a:t>
            </a:r>
          </a:p>
          <a:p>
            <a:r>
              <a:rPr lang="en-US" dirty="0"/>
              <a:t>Implementation for Ethical and Just Use</a:t>
            </a:r>
          </a:p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67201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close up of computer code">
            <a:extLst>
              <a:ext uri="{FF2B5EF4-FFF2-40B4-BE49-F238E27FC236}">
                <a16:creationId xmlns:a16="http://schemas.microsoft.com/office/drawing/2014/main" id="{94D43AA7-0244-2FEB-86AC-B5DECE0232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4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2F3FA79-DE26-1F2A-0CF7-5671B73C8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 dirty="0"/>
              <a:t>Demo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http://localhost:8081</a:t>
            </a:r>
          </a:p>
        </p:txBody>
      </p:sp>
    </p:spTree>
    <p:extLst>
      <p:ext uri="{BB962C8B-B14F-4D97-AF65-F5344CB8AC3E}">
        <p14:creationId xmlns:p14="http://schemas.microsoft.com/office/powerpoint/2010/main" val="467869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 dirty="0"/>
              <a:t>Ethical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89960" y="1691640"/>
            <a:ext cx="5212079" cy="4137189"/>
          </a:xfrm>
          <a:noFill/>
        </p:spPr>
        <p:txBody>
          <a:bodyPr>
            <a:normAutofit fontScale="85000" lnSpcReduction="20000"/>
          </a:bodyPr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dirty="0"/>
              <a:t>Beneficence (Utilitarianism): The system promotes well-being by enabling rapid accident reporting. For example, confirming an alert with "Yes" notifies emergency services, potentially saving lives, aligning with utilitarian goals of maximizing societal benefit.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dirty="0"/>
              <a:t>Non-Maleficence: Using neuromorphic cameras ensures privacy by capturing event-based data (e.g., motion changes) rather than identifiable images, avoiding harm to drivers’ privacy, as emphasized by the Montreal Declaration.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dirty="0"/>
              <a:t>Justice (Distributive Justice): In the real world, alerts would be based on camera locations across Oahu, ensuring equitable coverage, from Honolulu to Kahuku, promoting fairness in resource allocation.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dirty="0"/>
              <a:t>Autonomy (Kantian Ethics): Requiring users to select "Yes" or "No" respects their decision-making power, preventing the AI from acting autonomously and ensuring human oversight, a core Kantian principle.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dirty="0"/>
              <a:t>Transparency (Montreal Declaration): Status messages (e.g., "Response recorded") and console logs (e.g., marker coordinates) provide clear insight into the system’s operations, fostering trust and accountability.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AA2678-D2AD-6101-2A00-2289475AE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159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 dirty="0"/>
              <a:t>Ethical Development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302BFD-960F-CBB3-E984-CDC12813A1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48997" y="1691640"/>
            <a:ext cx="4894006" cy="4137189"/>
          </a:xfrm>
          <a:noFill/>
        </p:spPr>
        <p:txBody>
          <a:bodyPr>
            <a:normAutofit fontScale="92500" lnSpcReduction="20000"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Privacy Protection: We selected neuromorphic cameras to detect accidents without capturing identifiable details, addressing privacy concerns under non-maleficence.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Simulated Data: The </a:t>
            </a:r>
            <a:r>
              <a:rPr lang="en-US" dirty="0" err="1"/>
              <a:t>generateCoordinateOnOahu</a:t>
            </a:r>
            <a:r>
              <a:rPr lang="en-US" dirty="0"/>
              <a:t> function uses random coordinates for this demo with a fake dataset, but in practice, it would estimate locations from camera positions, ensuring accuracy and fairness.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User-Centric Design: The </a:t>
            </a:r>
            <a:r>
              <a:rPr lang="en-US" dirty="0" err="1"/>
              <a:t>confirmAccident</a:t>
            </a:r>
            <a:r>
              <a:rPr lang="en-US" dirty="0"/>
              <a:t> function mandates manual confirmation, respecting autonomy and preventing automation bias. Persistent markers (kept after response) allow users to review past decisions, enhancing transparency.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Error Handling: Robust error handling (e.g., try-catch in map initialization) ensures reliability, reducing the risk of system failures that could harm users’ trust or safety.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0227B8-A24C-8C29-034A-D7700B887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3B567-234A-1A57-2985-D4A3EA8F2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87073-D1C1-CCE6-0783-1B02FB334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 dirty="0"/>
              <a:t>Implementation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97531E-7A6D-EF3C-8EDA-9D6D80A6A5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48997" y="1691640"/>
            <a:ext cx="4894006" cy="4137189"/>
          </a:xfrm>
          <a:noFill/>
        </p:spPr>
        <p:txBody>
          <a:bodyPr>
            <a:normAutofit fontScale="85000" lnSpcReduction="10000"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Training: Train users (e.g., emergency responders) on interpreting alerts and understanding neuromorphic camera data, ensuring they know driver identities are protected, aligning with transparency.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Monitoring: Continuously monitor system performance via logs (e.g., server.log and console logs) to verify alerts are generated and placed correctly based on camera data, ensuring reliability and fairness.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Audits: Conduct regular independent audits to assess camera placement and alert distribution, ensuring no regional bias (e.g., urban vs. rural areas), upholding distributive justice.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Feedback Mechanism: Implement a user feedback system to report inaccuracies or ethical concerns, allowing iterative improvements and adherence to the Montreal Declaration’s call for participatory design.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Access Control: Restrict system access to authorized personnel (e.g., traffic authorities), ensuring data isn’t misused, aligning with non-maleficence and justice.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79F596-9AA2-0C06-4D43-FF7617E37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087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AB1CD4B-2C7F-1593-8E69-B7450F3D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437" y="400485"/>
            <a:ext cx="9467127" cy="2527911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18447229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C2645A-E767-4D7E-984D-234E531E45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{F0567DBA-E3E9-4466-A04E-94450601C110}tf55661986_win32</Template>
  <TotalTime>436</TotalTime>
  <Words>519</Words>
  <Application>Microsoft Office PowerPoint</Application>
  <PresentationFormat>Widescreen</PresentationFormat>
  <Paragraphs>32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Wingdings</vt:lpstr>
      <vt:lpstr>Custom</vt:lpstr>
      <vt:lpstr>AI Traffic Accident Alert System COSC 643</vt:lpstr>
      <vt:lpstr>AGENDA</vt:lpstr>
      <vt:lpstr>Demo  http://localhost:8081</vt:lpstr>
      <vt:lpstr>Ethical Framework</vt:lpstr>
      <vt:lpstr>Ethical Development</vt:lpstr>
      <vt:lpstr>Implementation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Carter</dc:creator>
  <cp:lastModifiedBy>Daniel Carter</cp:lastModifiedBy>
  <cp:revision>1</cp:revision>
  <dcterms:created xsi:type="dcterms:W3CDTF">2025-05-03T18:29:33Z</dcterms:created>
  <dcterms:modified xsi:type="dcterms:W3CDTF">2025-05-04T01:46:30Z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